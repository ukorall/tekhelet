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112A9EAA-BD89-468A-B7FE-77B25ED0EC20}" type="datetimeFigureOut">
              <a:rPr lang="he-IL" smtClean="0"/>
              <a:t>ז' תשרי תשע"ט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32AC12FF-CE56-40EE-85FF-58380AB7D79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34584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AC12FF-CE56-40EE-85FF-58380AB7D794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81860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82CD1-139E-4AED-AF95-E56B16C253BF}" type="datetimeFigureOut">
              <a:rPr lang="he-IL" smtClean="0"/>
              <a:t>ז' תשרי תשע"ט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2DF06-C821-4FD4-8EAA-6CE91A36BF5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93960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82CD1-139E-4AED-AF95-E56B16C253BF}" type="datetimeFigureOut">
              <a:rPr lang="he-IL" smtClean="0"/>
              <a:t>ז' תשרי תשע"ט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2DF06-C821-4FD4-8EAA-6CE91A36BF5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95293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82CD1-139E-4AED-AF95-E56B16C253BF}" type="datetimeFigureOut">
              <a:rPr lang="he-IL" smtClean="0"/>
              <a:t>ז' תשרי תשע"ט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2DF06-C821-4FD4-8EAA-6CE91A36BF5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67218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82CD1-139E-4AED-AF95-E56B16C253BF}" type="datetimeFigureOut">
              <a:rPr lang="he-IL" smtClean="0"/>
              <a:t>ז' תשרי תשע"ט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2DF06-C821-4FD4-8EAA-6CE91A36BF5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90673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82CD1-139E-4AED-AF95-E56B16C253BF}" type="datetimeFigureOut">
              <a:rPr lang="he-IL" smtClean="0"/>
              <a:t>ז' תשרי תשע"ט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2DF06-C821-4FD4-8EAA-6CE91A36BF5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77252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82CD1-139E-4AED-AF95-E56B16C253BF}" type="datetimeFigureOut">
              <a:rPr lang="he-IL" smtClean="0"/>
              <a:t>ז' תשרי תשע"ט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2DF06-C821-4FD4-8EAA-6CE91A36BF5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01228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82CD1-139E-4AED-AF95-E56B16C253BF}" type="datetimeFigureOut">
              <a:rPr lang="he-IL" smtClean="0"/>
              <a:t>ז' תשרי תשע"ט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2DF06-C821-4FD4-8EAA-6CE91A36BF5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94893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82CD1-139E-4AED-AF95-E56B16C253BF}" type="datetimeFigureOut">
              <a:rPr lang="he-IL" smtClean="0"/>
              <a:t>ז' תשרי תשע"ט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2DF06-C821-4FD4-8EAA-6CE91A36BF5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11226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82CD1-139E-4AED-AF95-E56B16C253BF}" type="datetimeFigureOut">
              <a:rPr lang="he-IL" smtClean="0"/>
              <a:t>ז' תשרי תשע"ט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2DF06-C821-4FD4-8EAA-6CE91A36BF5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6920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82CD1-139E-4AED-AF95-E56B16C253BF}" type="datetimeFigureOut">
              <a:rPr lang="he-IL" smtClean="0"/>
              <a:t>ז' תשרי תשע"ט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2DF06-C821-4FD4-8EAA-6CE91A36BF5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940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82CD1-139E-4AED-AF95-E56B16C253BF}" type="datetimeFigureOut">
              <a:rPr lang="he-IL" smtClean="0"/>
              <a:t>ז' תשרי תשע"ט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2DF06-C821-4FD4-8EAA-6CE91A36BF5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18013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682CD1-139E-4AED-AF95-E56B16C253BF}" type="datetimeFigureOut">
              <a:rPr lang="he-IL" smtClean="0"/>
              <a:t>ז' תשרי תשע"ט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C2DF06-C821-4FD4-8EAA-6CE91A36BF5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8413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85932"/>
            <a:ext cx="12180205" cy="67403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dirty="0" smtClean="0">
                <a:latin typeface="Alef" panose="00000500000000000000" pitchFamily="2" charset="-79"/>
                <a:cs typeface="Alef" panose="00000500000000000000" pitchFamily="2" charset="-79"/>
              </a:rPr>
              <a:t>אי"ה בזמן חורף נתחיל חבורה בנושא</a:t>
            </a:r>
          </a:p>
          <a:p>
            <a:pPr algn="ctr"/>
            <a:r>
              <a:rPr lang="he-IL" sz="9600" b="1" dirty="0" smtClean="0">
                <a:latin typeface="Alef" panose="00000500000000000000" pitchFamily="2" charset="-79"/>
                <a:cs typeface="Alef" panose="00000500000000000000" pitchFamily="2" charset="-79"/>
              </a:rPr>
              <a:t>התכלת</a:t>
            </a:r>
          </a:p>
          <a:p>
            <a:pPr algn="ctr"/>
            <a:r>
              <a:rPr lang="he-IL" sz="2000" b="1" dirty="0" smtClean="0">
                <a:latin typeface="Alef" panose="00000500000000000000" pitchFamily="2" charset="-79"/>
                <a:cs typeface="Alef" panose="00000500000000000000" pitchFamily="2" charset="-79"/>
              </a:rPr>
              <a:t>האמת היא שהחבורה היא על ציצית, מהמקורות ועד הפרקטיקה, פשוט המקורות זה תכלת (וגם הפרקטיקה)</a:t>
            </a:r>
          </a:p>
          <a:p>
            <a:pPr algn="ctr"/>
            <a:endParaRPr lang="he-IL" sz="1200" b="1" dirty="0" smtClean="0">
              <a:latin typeface="Alef" panose="00000500000000000000" pitchFamily="2" charset="-79"/>
              <a:cs typeface="Alef" panose="00000500000000000000" pitchFamily="2" charset="-79"/>
            </a:endParaRPr>
          </a:p>
          <a:p>
            <a:pPr algn="ctr"/>
            <a:r>
              <a:rPr lang="he-IL" sz="2400" dirty="0" smtClean="0">
                <a:latin typeface="Alef" panose="00000500000000000000" pitchFamily="2" charset="-79"/>
                <a:cs typeface="Alef" panose="00000500000000000000" pitchFamily="2" charset="-79"/>
              </a:rPr>
              <a:t>החבורה תתקיים בעז"ה פעם בשבוע,</a:t>
            </a:r>
          </a:p>
          <a:p>
            <a:pPr algn="ctr"/>
            <a:r>
              <a:rPr lang="he-IL" sz="2400" b="1" u="sng" dirty="0" smtClean="0">
                <a:latin typeface="Alef" panose="00000500000000000000" pitchFamily="2" charset="-79"/>
                <a:cs typeface="Alef" panose="00000500000000000000" pitchFamily="2" charset="-79"/>
              </a:rPr>
              <a:t>כנראה</a:t>
            </a:r>
            <a:r>
              <a:rPr lang="he-IL" sz="2400" dirty="0" smtClean="0">
                <a:latin typeface="Alef" panose="00000500000000000000" pitchFamily="2" charset="-79"/>
                <a:cs typeface="Alef" panose="00000500000000000000" pitchFamily="2" charset="-79"/>
              </a:rPr>
              <a:t> בימי </a:t>
            </a:r>
            <a:r>
              <a:rPr lang="he-IL" sz="2400" dirty="0" smtClean="0">
                <a:latin typeface="Alef" panose="00000500000000000000" pitchFamily="2" charset="-79"/>
                <a:cs typeface="Alef" panose="00000500000000000000" pitchFamily="2" charset="-79"/>
              </a:rPr>
              <a:t>שלישי* </a:t>
            </a:r>
            <a:r>
              <a:rPr lang="he-IL" sz="2400" dirty="0" smtClean="0">
                <a:latin typeface="Alef" panose="00000500000000000000" pitchFamily="2" charset="-79"/>
                <a:cs typeface="Alef" panose="00000500000000000000" pitchFamily="2" charset="-79"/>
              </a:rPr>
              <a:t>בשעה 16:00-16:30 למניינם,</a:t>
            </a:r>
          </a:p>
          <a:p>
            <a:pPr algn="ctr"/>
            <a:r>
              <a:rPr lang="he-IL" sz="2400" dirty="0" smtClean="0">
                <a:latin typeface="Alef" panose="00000500000000000000" pitchFamily="2" charset="-79"/>
                <a:cs typeface="Alef" panose="00000500000000000000" pitchFamily="2" charset="-79"/>
              </a:rPr>
              <a:t> עם אפשרות (סבירה) לחריגה עד 16:45. מוזמנים לתכנן </a:t>
            </a:r>
            <a:r>
              <a:rPr lang="he-IL" sz="2400" dirty="0" err="1" smtClean="0">
                <a:latin typeface="Alef" panose="00000500000000000000" pitchFamily="2" charset="-79"/>
                <a:cs typeface="Alef" panose="00000500000000000000" pitchFamily="2" charset="-79"/>
              </a:rPr>
              <a:t>לו"זים</a:t>
            </a:r>
            <a:r>
              <a:rPr lang="he-IL" sz="2400" dirty="0" smtClean="0">
                <a:latin typeface="Alef" panose="00000500000000000000" pitchFamily="2" charset="-79"/>
                <a:cs typeface="Alef" panose="00000500000000000000" pitchFamily="2" charset="-79"/>
              </a:rPr>
              <a:t> בהתאם.</a:t>
            </a:r>
          </a:p>
          <a:p>
            <a:pPr algn="ctr"/>
            <a:endParaRPr lang="he-IL" sz="2400" dirty="0" smtClean="0">
              <a:latin typeface="Alef" panose="00000500000000000000" pitchFamily="2" charset="-79"/>
              <a:cs typeface="Alef" panose="00000500000000000000" pitchFamily="2" charset="-79"/>
            </a:endParaRPr>
          </a:p>
          <a:p>
            <a:pPr algn="ctr"/>
            <a:r>
              <a:rPr lang="he-IL" sz="1600" dirty="0" smtClean="0">
                <a:latin typeface="Alef" panose="00000500000000000000" pitchFamily="2" charset="-79"/>
                <a:cs typeface="Alef" panose="00000500000000000000" pitchFamily="2" charset="-79"/>
              </a:rPr>
              <a:t>ההשתתפות בחבורה בחינם, המסקנות עלולות לעלות לכם הרבה כסף.</a:t>
            </a:r>
          </a:p>
          <a:p>
            <a:pPr algn="ctr"/>
            <a:r>
              <a:rPr lang="he-IL" sz="1600" dirty="0" smtClean="0">
                <a:latin typeface="Alef" panose="00000500000000000000" pitchFamily="2" charset="-79"/>
                <a:cs typeface="Alef" panose="00000500000000000000" pitchFamily="2" charset="-79"/>
              </a:rPr>
              <a:t>סתם.</a:t>
            </a:r>
          </a:p>
          <a:p>
            <a:pPr algn="ctr"/>
            <a:r>
              <a:rPr lang="he-IL" sz="1600" dirty="0" smtClean="0">
                <a:latin typeface="Alef" panose="00000500000000000000" pitchFamily="2" charset="-79"/>
                <a:cs typeface="Alef" panose="00000500000000000000" pitchFamily="2" charset="-79"/>
              </a:rPr>
              <a:t>כאילו, כן.</a:t>
            </a:r>
          </a:p>
          <a:p>
            <a:pPr algn="ctr"/>
            <a:r>
              <a:rPr lang="he-IL" sz="1600" dirty="0" smtClean="0">
                <a:latin typeface="Alef" panose="00000500000000000000" pitchFamily="2" charset="-79"/>
                <a:cs typeface="Alef" panose="00000500000000000000" pitchFamily="2" charset="-79"/>
              </a:rPr>
              <a:t>אבל הקטע של החבורה זה לא באמת (רק) מיסיון-תכלת,</a:t>
            </a:r>
          </a:p>
          <a:p>
            <a:pPr algn="ctr"/>
            <a:r>
              <a:rPr lang="he-IL" sz="1600" dirty="0" smtClean="0">
                <a:latin typeface="Alef" panose="00000500000000000000" pitchFamily="2" charset="-79"/>
                <a:cs typeface="Alef" panose="00000500000000000000" pitchFamily="2" charset="-79"/>
              </a:rPr>
              <a:t>אלא להכיר את הפרטים של המצווה ולהבין אותה טוב יותר.</a:t>
            </a:r>
          </a:p>
          <a:p>
            <a:pPr algn="ctr"/>
            <a:r>
              <a:rPr lang="he-IL" sz="1600" dirty="0" smtClean="0">
                <a:latin typeface="Alef" panose="00000500000000000000" pitchFamily="2" charset="-79"/>
                <a:cs typeface="Alef" panose="00000500000000000000" pitchFamily="2" charset="-79"/>
              </a:rPr>
              <a:t>אם הכל ילך כמתוכנן, בחבורות האחרונות נגיע גם לנושא של התכלת בימינו,</a:t>
            </a:r>
          </a:p>
          <a:p>
            <a:pPr algn="ctr"/>
            <a:r>
              <a:rPr lang="he-IL" sz="1600" dirty="0" smtClean="0">
                <a:latin typeface="Alef" panose="00000500000000000000" pitchFamily="2" charset="-79"/>
                <a:cs typeface="Alef" panose="00000500000000000000" pitchFamily="2" charset="-79"/>
              </a:rPr>
              <a:t>ושם יגיע הקטע שבו אתם נותנים לי את כל הכסף שלכם. עד אז אין מה לדאוג</a:t>
            </a:r>
            <a:r>
              <a:rPr lang="he-IL" sz="1600" dirty="0" smtClean="0">
                <a:latin typeface="Alef" panose="00000500000000000000" pitchFamily="2" charset="-79"/>
                <a:cs typeface="Alef" panose="00000500000000000000" pitchFamily="2" charset="-79"/>
              </a:rPr>
              <a:t>.</a:t>
            </a:r>
          </a:p>
          <a:p>
            <a:pPr algn="ctr"/>
            <a:endParaRPr lang="he-IL" sz="1600" dirty="0">
              <a:latin typeface="Alef" panose="00000500000000000000" pitchFamily="2" charset="-79"/>
              <a:cs typeface="Alef" panose="00000500000000000000" pitchFamily="2" charset="-79"/>
            </a:endParaRPr>
          </a:p>
          <a:p>
            <a:pPr algn="ctr"/>
            <a:endParaRPr lang="he-IL" sz="1600" dirty="0" smtClean="0">
              <a:latin typeface="Alef" panose="00000500000000000000" pitchFamily="2" charset="-79"/>
              <a:cs typeface="Alef" panose="00000500000000000000" pitchFamily="2" charset="-79"/>
            </a:endParaRPr>
          </a:p>
          <a:p>
            <a:pPr algn="ctr"/>
            <a:endParaRPr lang="he-IL" sz="1600" dirty="0" smtClean="0">
              <a:latin typeface="Alef" panose="00000500000000000000" pitchFamily="2" charset="-79"/>
              <a:cs typeface="Alef" panose="00000500000000000000" pitchFamily="2" charset="-79"/>
            </a:endParaRPr>
          </a:p>
          <a:p>
            <a:pPr algn="ctr"/>
            <a:r>
              <a:rPr lang="he-IL" sz="1600" dirty="0" smtClean="0">
                <a:latin typeface="Alef" panose="00000500000000000000" pitchFamily="2" charset="-79"/>
                <a:cs typeface="Alef" panose="00000500000000000000" pitchFamily="2" charset="-79"/>
              </a:rPr>
              <a:t>*אני מפרסם את זה עכשיו כדי שבמקרה שזה זמן בעייתי לאנשים שרוצים לבוא שיגידו לי כדי שנראה מה אפשר לעשות</a:t>
            </a:r>
            <a:endParaRPr lang="he-IL" sz="1600" dirty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1104" y="5950424"/>
            <a:ext cx="416442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he-IL" dirty="0" smtClean="0">
                <a:latin typeface="Alef" panose="00000500000000000000" pitchFamily="2" charset="-79"/>
                <a:cs typeface="Alef" panose="00000500000000000000" pitchFamily="2" charset="-79"/>
              </a:rPr>
              <a:t>אוריאל קורל – נוגע בדבר</a:t>
            </a:r>
            <a:endParaRPr lang="he-IL" sz="1200" dirty="0" smtClean="0">
              <a:latin typeface="Alef" panose="00000500000000000000" pitchFamily="2" charset="-79"/>
              <a:cs typeface="Alef" panose="00000500000000000000" pitchFamily="2" charset="-79"/>
            </a:endParaRPr>
          </a:p>
        </p:txBody>
      </p:sp>
      <p:cxnSp>
        <p:nvCxnSpPr>
          <p:cNvPr id="3" name="מחבר ישר 2"/>
          <p:cNvCxnSpPr/>
          <p:nvPr/>
        </p:nvCxnSpPr>
        <p:spPr>
          <a:xfrm flipH="1">
            <a:off x="3452884" y="6135090"/>
            <a:ext cx="87391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אליפסה 5"/>
          <p:cNvSpPr/>
          <p:nvPr/>
        </p:nvSpPr>
        <p:spPr>
          <a:xfrm>
            <a:off x="8054029" y="1218062"/>
            <a:ext cx="259308" cy="5459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מלבן 6"/>
          <p:cNvSpPr/>
          <p:nvPr/>
        </p:nvSpPr>
        <p:spPr>
          <a:xfrm>
            <a:off x="8352429" y="1317009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מלבן 7"/>
          <p:cNvSpPr/>
          <p:nvPr/>
        </p:nvSpPr>
        <p:spPr>
          <a:xfrm>
            <a:off x="8352428" y="1446873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מלבן 8"/>
          <p:cNvSpPr/>
          <p:nvPr/>
        </p:nvSpPr>
        <p:spPr>
          <a:xfrm>
            <a:off x="8352428" y="1586552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אליפסה 9"/>
          <p:cNvSpPr/>
          <p:nvPr/>
        </p:nvSpPr>
        <p:spPr>
          <a:xfrm>
            <a:off x="8841896" y="1218062"/>
            <a:ext cx="259308" cy="5459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מלבן 10"/>
          <p:cNvSpPr/>
          <p:nvPr/>
        </p:nvSpPr>
        <p:spPr>
          <a:xfrm>
            <a:off x="9140296" y="1317009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מלבן 11"/>
          <p:cNvSpPr/>
          <p:nvPr/>
        </p:nvSpPr>
        <p:spPr>
          <a:xfrm>
            <a:off x="9140295" y="1446873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מלבן 12"/>
          <p:cNvSpPr/>
          <p:nvPr/>
        </p:nvSpPr>
        <p:spPr>
          <a:xfrm>
            <a:off x="9140295" y="1586552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אליפסה 13"/>
          <p:cNvSpPr/>
          <p:nvPr/>
        </p:nvSpPr>
        <p:spPr>
          <a:xfrm>
            <a:off x="9653091" y="1218062"/>
            <a:ext cx="259308" cy="5459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מלבן 14"/>
          <p:cNvSpPr/>
          <p:nvPr/>
        </p:nvSpPr>
        <p:spPr>
          <a:xfrm>
            <a:off x="9951491" y="1317009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מלבן 15"/>
          <p:cNvSpPr/>
          <p:nvPr/>
        </p:nvSpPr>
        <p:spPr>
          <a:xfrm>
            <a:off x="9951490" y="1446873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מלבן 16"/>
          <p:cNvSpPr/>
          <p:nvPr/>
        </p:nvSpPr>
        <p:spPr>
          <a:xfrm>
            <a:off x="9951490" y="1586552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8" name="אליפסה 17"/>
          <p:cNvSpPr/>
          <p:nvPr/>
        </p:nvSpPr>
        <p:spPr>
          <a:xfrm>
            <a:off x="10464286" y="1218062"/>
            <a:ext cx="259308" cy="5459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מלבן 18"/>
          <p:cNvSpPr/>
          <p:nvPr/>
        </p:nvSpPr>
        <p:spPr>
          <a:xfrm>
            <a:off x="10762686" y="1317009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מלבן 19"/>
          <p:cNvSpPr/>
          <p:nvPr/>
        </p:nvSpPr>
        <p:spPr>
          <a:xfrm>
            <a:off x="10762685" y="1446873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מלבן 20"/>
          <p:cNvSpPr/>
          <p:nvPr/>
        </p:nvSpPr>
        <p:spPr>
          <a:xfrm>
            <a:off x="10762685" y="1586552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2" name="אליפסה 21"/>
          <p:cNvSpPr/>
          <p:nvPr/>
        </p:nvSpPr>
        <p:spPr>
          <a:xfrm>
            <a:off x="11275482" y="1218062"/>
            <a:ext cx="259308" cy="5459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3" name="מלבן 22"/>
          <p:cNvSpPr/>
          <p:nvPr/>
        </p:nvSpPr>
        <p:spPr>
          <a:xfrm>
            <a:off x="11573882" y="1317009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4" name="מלבן 23"/>
          <p:cNvSpPr/>
          <p:nvPr/>
        </p:nvSpPr>
        <p:spPr>
          <a:xfrm>
            <a:off x="11573881" y="1446873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5" name="מלבן 24"/>
          <p:cNvSpPr/>
          <p:nvPr/>
        </p:nvSpPr>
        <p:spPr>
          <a:xfrm>
            <a:off x="11573881" y="1586552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6" name="אליפסה 25"/>
          <p:cNvSpPr/>
          <p:nvPr/>
        </p:nvSpPr>
        <p:spPr>
          <a:xfrm>
            <a:off x="70089" y="1218062"/>
            <a:ext cx="259308" cy="5459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7" name="מלבן 26"/>
          <p:cNvSpPr/>
          <p:nvPr/>
        </p:nvSpPr>
        <p:spPr>
          <a:xfrm>
            <a:off x="368489" y="1317009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8" name="מלבן 27"/>
          <p:cNvSpPr/>
          <p:nvPr/>
        </p:nvSpPr>
        <p:spPr>
          <a:xfrm>
            <a:off x="368488" y="1446873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9" name="מלבן 28"/>
          <p:cNvSpPr/>
          <p:nvPr/>
        </p:nvSpPr>
        <p:spPr>
          <a:xfrm>
            <a:off x="368488" y="1586552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0" name="אליפסה 29"/>
          <p:cNvSpPr/>
          <p:nvPr/>
        </p:nvSpPr>
        <p:spPr>
          <a:xfrm>
            <a:off x="857956" y="1218062"/>
            <a:ext cx="259308" cy="5459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1" name="מלבן 30"/>
          <p:cNvSpPr/>
          <p:nvPr/>
        </p:nvSpPr>
        <p:spPr>
          <a:xfrm>
            <a:off x="1156356" y="1317009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2" name="מלבן 31"/>
          <p:cNvSpPr/>
          <p:nvPr/>
        </p:nvSpPr>
        <p:spPr>
          <a:xfrm>
            <a:off x="1156355" y="1446873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3" name="מלבן 32"/>
          <p:cNvSpPr/>
          <p:nvPr/>
        </p:nvSpPr>
        <p:spPr>
          <a:xfrm>
            <a:off x="1156355" y="1586552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4" name="אליפסה 33"/>
          <p:cNvSpPr/>
          <p:nvPr/>
        </p:nvSpPr>
        <p:spPr>
          <a:xfrm>
            <a:off x="1669151" y="1218062"/>
            <a:ext cx="259308" cy="5459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5" name="מלבן 34"/>
          <p:cNvSpPr/>
          <p:nvPr/>
        </p:nvSpPr>
        <p:spPr>
          <a:xfrm>
            <a:off x="1967551" y="1317009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6" name="מלבן 35"/>
          <p:cNvSpPr/>
          <p:nvPr/>
        </p:nvSpPr>
        <p:spPr>
          <a:xfrm>
            <a:off x="1967550" y="1446873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7" name="מלבן 36"/>
          <p:cNvSpPr/>
          <p:nvPr/>
        </p:nvSpPr>
        <p:spPr>
          <a:xfrm>
            <a:off x="1967550" y="1586552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8" name="אליפסה 37"/>
          <p:cNvSpPr/>
          <p:nvPr/>
        </p:nvSpPr>
        <p:spPr>
          <a:xfrm>
            <a:off x="2480346" y="1218062"/>
            <a:ext cx="259308" cy="5459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9" name="מלבן 38"/>
          <p:cNvSpPr/>
          <p:nvPr/>
        </p:nvSpPr>
        <p:spPr>
          <a:xfrm>
            <a:off x="2778746" y="1317009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0" name="מלבן 39"/>
          <p:cNvSpPr/>
          <p:nvPr/>
        </p:nvSpPr>
        <p:spPr>
          <a:xfrm>
            <a:off x="2778745" y="1446873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1" name="מלבן 40"/>
          <p:cNvSpPr/>
          <p:nvPr/>
        </p:nvSpPr>
        <p:spPr>
          <a:xfrm>
            <a:off x="2778745" y="1586552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2" name="אליפסה 41"/>
          <p:cNvSpPr/>
          <p:nvPr/>
        </p:nvSpPr>
        <p:spPr>
          <a:xfrm>
            <a:off x="3291542" y="1218062"/>
            <a:ext cx="259308" cy="5459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3" name="מלבן 42"/>
          <p:cNvSpPr/>
          <p:nvPr/>
        </p:nvSpPr>
        <p:spPr>
          <a:xfrm>
            <a:off x="3589942" y="1317009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4" name="מלבן 43"/>
          <p:cNvSpPr/>
          <p:nvPr/>
        </p:nvSpPr>
        <p:spPr>
          <a:xfrm>
            <a:off x="3589941" y="1446873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5" name="מלבן 44"/>
          <p:cNvSpPr/>
          <p:nvPr/>
        </p:nvSpPr>
        <p:spPr>
          <a:xfrm>
            <a:off x="3589941" y="1586552"/>
            <a:ext cx="450377" cy="75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12437928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154</Words>
  <Application>Microsoft Office PowerPoint</Application>
  <PresentationFormat>מסך רחב</PresentationFormat>
  <Paragraphs>21</Paragraphs>
  <Slides>1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7" baseType="lpstr">
      <vt:lpstr>Alef</vt:lpstr>
      <vt:lpstr>Arial</vt:lpstr>
      <vt:lpstr>Calibri</vt:lpstr>
      <vt:lpstr>Calibri Light</vt:lpstr>
      <vt:lpstr>Times New Roman</vt:lpstr>
      <vt:lpstr>ערכת נושא Office</vt:lpstr>
      <vt:lpstr>מצגת של PowerPoint</vt:lpstr>
    </vt:vector>
  </TitlesOfParts>
  <Company>Yaron'S Team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אוריאל קורל</dc:creator>
  <cp:lastModifiedBy>אוריאל קורל</cp:lastModifiedBy>
  <cp:revision>12</cp:revision>
  <dcterms:created xsi:type="dcterms:W3CDTF">2018-08-23T08:55:46Z</dcterms:created>
  <dcterms:modified xsi:type="dcterms:W3CDTF">2018-09-16T09:10:09Z</dcterms:modified>
</cp:coreProperties>
</file>